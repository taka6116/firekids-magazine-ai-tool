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33333"/>
                </a:solidFill>
              </a:defRPr>
            </a:pPr>
            <a:r>
              <a:t>FIRE KIDS Magazine 記事公開スケジュール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242本 ÷ 週20本 = 約12週間（4/2〜6/26）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フェーズ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期間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担当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準備期間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3/25〜4/1（6営業日）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6本投稿 + 初回20本チェック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佐々木 / 商品部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本格運用W1〜W4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4/2〜4/24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記事#1〜80 投稿・チェック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佐々木 / 商品部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本格運用W5〜W8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4/27〜5/22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記事#81〜160 投稿・チェック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佐々木 / 商品部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本格運用W9〜W12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5/25〜6/26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記事#161〜242 投稿・チェック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佐々木 / 商品部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完了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6/26（金）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全242本 公開完了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ガントチャート：記事投稿 &amp; チェックスケジュール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914400"/>
          <a:ext cx="11759184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914400"/>
                <a:gridCol w="731520"/>
                <a:gridCol w="566928"/>
                <a:gridCol w="566928"/>
                <a:gridCol w="566928"/>
                <a:gridCol w="566928"/>
                <a:gridCol w="566928"/>
                <a:gridCol w="566928"/>
                <a:gridCol w="566928"/>
                <a:gridCol w="566928"/>
                <a:gridCol w="566928"/>
                <a:gridCol w="566928"/>
                <a:gridCol w="566928"/>
                <a:gridCol w="566928"/>
                <a:gridCol w="566928"/>
              </a:tblGrid>
              <a:tr h="3657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タスク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担当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〆切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03/25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04/01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04/08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04/15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04/22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04/29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05/06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05/13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05/20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05/27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06/03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06/10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06/17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準備: 6本投稿 + 初回20本チェック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佐々木/商品部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W1: #1-20 投稿+チェック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佐々木/商品部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04/06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📝✅</a:t>
                      </a:r>
                    </a:p>
                  </a:txBody>
                  <a:tcPr>
                    <a:solidFill>
                      <a:srgbClr val="407BB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W2: #21-40 投稿+チェック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佐々木/商品部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04/13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📝✅</a:t>
                      </a:r>
                    </a:p>
                  </a:txBody>
                  <a:tcPr>
                    <a:solidFill>
                      <a:srgbClr val="407BB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W3: #41-60 投稿+チェック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佐々木/商品部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04/20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📝✅</a:t>
                      </a:r>
                    </a:p>
                  </a:txBody>
                  <a:tcPr>
                    <a:solidFill>
                      <a:srgbClr val="407BB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W4: #61-80 投稿+チェック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佐々木/商品部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04/27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📝✅</a:t>
                      </a:r>
                    </a:p>
                  </a:txBody>
                  <a:tcPr>
                    <a:solidFill>
                      <a:srgbClr val="407BB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W5: #81-100 投稿+チェック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佐々木/商品部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05/04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📝✅</a:t>
                      </a:r>
                    </a:p>
                  </a:txBody>
                  <a:tcPr>
                    <a:solidFill>
                      <a:srgbClr val="407BB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W6: #101-120 投稿+チェック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佐々木/商品部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05/11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📝✅</a:t>
                      </a:r>
                    </a:p>
                  </a:txBody>
                  <a:tcPr>
                    <a:solidFill>
                      <a:srgbClr val="407BB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W7: #121-140 投稿+チェック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佐々木/商品部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05/18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📝✅</a:t>
                      </a:r>
                    </a:p>
                  </a:txBody>
                  <a:tcPr>
                    <a:solidFill>
                      <a:srgbClr val="407BB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W8: #141-160 投稿+チェック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佐々木/商品部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05/25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📝✅</a:t>
                      </a:r>
                    </a:p>
                  </a:txBody>
                  <a:tcPr>
                    <a:solidFill>
                      <a:srgbClr val="407BB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W9: #161-180 投稿+チェック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佐々木/商品部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06/01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📝✅</a:t>
                      </a:r>
                    </a:p>
                  </a:txBody>
                  <a:tcPr>
                    <a:solidFill>
                      <a:srgbClr val="407BB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W10: #181-200 投稿+チェック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佐々木/商品部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06/08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📝✅</a:t>
                      </a:r>
                    </a:p>
                  </a:txBody>
                  <a:tcPr>
                    <a:solidFill>
                      <a:srgbClr val="407BB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W11: #201-220 投稿+チェック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佐々木/商品部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06/15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📝✅</a:t>
                      </a:r>
                    </a:p>
                  </a:txBody>
                  <a:tcPr>
                    <a:solidFill>
                      <a:srgbClr val="407BB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W12: #221-240 投稿+チェック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佐々木/商品部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06/22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📝✅</a:t>
                      </a:r>
                    </a:p>
                  </a:txBody>
                  <a:tcPr>
                    <a:solidFill>
                      <a:srgbClr val="407BB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全242本 公開完了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記事チェックフロー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600" b="1"/>
            </a:pPr>
            <a:r>
              <a:t>【準備期間】3/25〜4/1</a:t>
            </a:r>
          </a:p>
          <a:p>
            <a:pPr>
              <a:defRPr sz="1400"/>
            </a:pPr>
            <a:r>
              <a:t>  ・ストック確保のため6本のみ投稿（3/27以降の平日に分散）</a:t>
            </a:r>
          </a:p>
          <a:p>
            <a:pPr>
              <a:defRPr sz="1400"/>
            </a:pPr>
            <a:r>
              <a:t>  ・商品部にて初回20本の記事チェックを実施（〆切: 4/1）</a:t>
            </a:r>
          </a:p>
          <a:p>
            <a:pPr>
              <a:defRPr sz="1400"/>
            </a:pPr>
          </a:p>
          <a:p>
            <a:pPr>
              <a:spcBef>
                <a:spcPts val="1200"/>
              </a:spcBef>
              <a:defRPr sz="1600" b="1"/>
            </a:pPr>
            <a:r>
              <a:t>【本格運用】4/2〜</a:t>
            </a:r>
          </a:p>
          <a:p>
            <a:pPr>
              <a:defRPr sz="1400"/>
            </a:pPr>
            <a:r>
              <a:t>  ・投稿ペース: 平日5日 × 4本/日 = 週20本</a:t>
            </a:r>
          </a:p>
          <a:p>
            <a:pPr>
              <a:defRPr sz="1400"/>
            </a:pPr>
            <a:r>
              <a:t>  ・チェック〆切: 毎週月曜日（翌週分20本）</a:t>
            </a:r>
          </a:p>
          <a:p>
            <a:pPr>
              <a:defRPr sz="1400"/>
            </a:pPr>
            <a:r>
              <a:t>  ・チェック担当: 商品部の皆様</a:t>
            </a:r>
          </a:p>
          <a:p>
            <a:pPr>
              <a:defRPr sz="1400"/>
            </a:pPr>
          </a:p>
          <a:p>
            <a:pPr>
              <a:spcBef>
                <a:spcPts val="1200"/>
              </a:spcBef>
              <a:defRPr sz="1600" b="1"/>
            </a:pPr>
            <a:r>
              <a:t>【チェック方法】</a:t>
            </a:r>
          </a:p>
          <a:p>
            <a:pPr>
              <a:defRPr sz="1400"/>
            </a:pPr>
            <a:r>
              <a:t>  1. スプレッドシートの原稿URLからGoogleドキュメントを開く</a:t>
            </a:r>
          </a:p>
          <a:p>
            <a:pPr>
              <a:defRPr sz="1400"/>
            </a:pPr>
            <a:r>
              <a:t>  2. 記事を読み、事実関係に誤りがあれば直接修正</a:t>
            </a:r>
          </a:p>
          <a:p>
            <a:pPr>
              <a:defRPr sz="1400"/>
            </a:pPr>
            <a:r>
              <a:t>  3. 問題なければ「原稿チェック」列にOKと記入</a:t>
            </a:r>
          </a:p>
          <a:p>
            <a:pPr>
              <a:defRPr sz="1400"/>
            </a:pPr>
          </a:p>
          <a:p>
            <a:pPr>
              <a:spcBef>
                <a:spcPts val="1200"/>
              </a:spcBef>
              <a:defRPr sz="1600" b="1"/>
            </a:pPr>
            <a:r>
              <a:t>【投稿完了予定】</a:t>
            </a:r>
          </a:p>
          <a:p>
            <a:pPr>
              <a:defRPr sz="1400"/>
            </a:pPr>
            <a:r>
              <a:t>  ・全242本: 2026年6月26日（金）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